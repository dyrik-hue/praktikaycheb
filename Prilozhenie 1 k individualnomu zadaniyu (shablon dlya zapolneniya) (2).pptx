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4"/>
  </p:notesMasterIdLst>
  <p:handoutMasterIdLst>
    <p:handoutMasterId r:id="rId15"/>
  </p:handoutMasterIdLst>
  <p:sldIdLst>
    <p:sldId id="692" r:id="rId2"/>
    <p:sldId id="693" r:id="rId3"/>
    <p:sldId id="728" r:id="rId4"/>
    <p:sldId id="709" r:id="rId5"/>
    <p:sldId id="729" r:id="rId6"/>
    <p:sldId id="730" r:id="rId7"/>
    <p:sldId id="731" r:id="rId8"/>
    <p:sldId id="732" r:id="rId9"/>
    <p:sldId id="733" r:id="rId10"/>
    <p:sldId id="713" r:id="rId11"/>
    <p:sldId id="714" r:id="rId12"/>
    <p:sldId id="715" r:id="rId13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73" d="100"/>
          <a:sy n="73" d="100"/>
        </p:scale>
        <p:origin x="174" y="72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xmlns="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xmlns="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xmlns="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xmlns="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xmlns="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xmlns="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xmlns="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xmlns="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xmlns="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xmlns="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xmlns="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xmlns="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xmlns="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xmlns="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xmlns="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xmlns="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xmlns="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xmlns="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67" y="6009971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 </a:t>
            </a:r>
            <a:br>
              <a:rPr lang="ru-RU" sz="2100" dirty="0"/>
            </a:br>
            <a:r>
              <a:rPr lang="ru-RU" sz="2100" dirty="0"/>
              <a:t>по профессиональному модулю ПМ.01 Разработка модулей программного обеспечения для компьютерных систем</a:t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>в период с «18» мая 2026 г. по «31» мая 2026 г.</a:t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> Специальность 09.02.07 Информационные системы и программирование</a:t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en-US" sz="2100" dirty="0"/>
              <a:t/>
            </a:r>
            <a:br>
              <a:rPr lang="en-US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ru-RU" sz="2200" dirty="0"/>
              <a:t/>
            </a:r>
            <a:br>
              <a:rPr lang="ru-RU" sz="2200" dirty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100" dirty="0"/>
              <a:t/>
            </a: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xmlns="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Арсеньев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Даниил Михайлович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Группа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: 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ДКИП-302прог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altLang="ru-RU" sz="2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Жданцев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Кирилл Николаевич</a:t>
            </a: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АВТОНОМНАЯ НЕКОММЕРЧЕСКАЯ ОРГАНИЗАЦИЯ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Факультет Информационных технологий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Содержание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xmlns="" id="{E8873C1B-B4A6-7F23-BED6-45A590712FFA}"/>
              </a:ext>
            </a:extLst>
          </p:cNvPr>
          <p:cNvSpPr txBox="1"/>
          <p:nvPr/>
        </p:nvSpPr>
        <p:spPr>
          <a:xfrm>
            <a:off x="532672" y="1764407"/>
            <a:ext cx="9687193" cy="411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организационной структуры исследуемого предприятия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Экспериментально-практическая работа. Приобретение необходимых умений и практического опыта работы по специальности в рамках освоения вида деятельности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42509"/>
            <a:ext cx="9687193" cy="415498"/>
          </a:xfrm>
        </p:spPr>
        <p:txBody>
          <a:bodyPr/>
          <a:lstStyle/>
          <a:p>
            <a:r>
              <a:rPr lang="ru-RU" sz="3000" dirty="0"/>
              <a:t>Организационный этап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Арсеньев Даниил Михайлович, проходил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учебную практику на базе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предприятия Университет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SYNERGY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индивидуального задания по практике в соответствии с выбранной предметной областью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решал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задачу 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началом практики: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Принял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организационном собрании по практике.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Ознакомил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ся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Уточнил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контакты руководителя практики от Профильной/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внешнему виду: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Опрятный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Круг обязанностей: Выполнение определенных действий 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данным: О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граничен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xmlns="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8168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85662" y="3026672"/>
            <a:ext cx="1914525" cy="16002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2200187" y="3026672"/>
            <a:ext cx="37433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01752" y="2844527"/>
            <a:ext cx="6188710" cy="379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290462" y="2976692"/>
            <a:ext cx="4010025" cy="360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19311" y="3348583"/>
            <a:ext cx="2952328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420618" y="2968700"/>
            <a:ext cx="3848100" cy="35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Описание проекта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72768"/>
            <a:ext cx="10085832" cy="14229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995730"/>
            <a:ext cx="2438400" cy="136207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2436996" y="2995730"/>
            <a:ext cx="4048616" cy="3657006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5"/>
          <a:stretch>
            <a:fillRect/>
          </a:stretch>
        </p:blipFill>
        <p:spPr>
          <a:xfrm>
            <a:off x="6485612" y="2981623"/>
            <a:ext cx="3745834" cy="499510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6"/>
          <a:stretch>
            <a:fillRect/>
          </a:stretch>
        </p:blipFill>
        <p:spPr>
          <a:xfrm>
            <a:off x="6485612" y="3408860"/>
            <a:ext cx="3343275" cy="1181100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7"/>
          <a:stretch>
            <a:fillRect/>
          </a:stretch>
        </p:blipFill>
        <p:spPr>
          <a:xfrm>
            <a:off x="6453648" y="4589960"/>
            <a:ext cx="3407204" cy="1381421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8"/>
          <a:stretch>
            <a:fillRect/>
          </a:stretch>
        </p:blipFill>
        <p:spPr>
          <a:xfrm>
            <a:off x="0" y="4357805"/>
            <a:ext cx="2500285" cy="222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5" y="1980431"/>
            <a:ext cx="9457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Осуществите комплексный анализ результатов выполненных видов работ, сформулируйте выводы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534988"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1089" y="2412479"/>
            <a:ext cx="1015312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Разработана объектно-ориентированная модель заявки (класс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включающая все необходимые поля: идентификатор, тему, описание, автора, дату создания, статус и приоритет. Применены принципы инкапсуляции и единственной ответственности.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Реализована трёхуровневая архитектура приложения: слой представления (консольное меню), слой бизнес-логики (сервис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слой доступа к данным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Использованы паттерны проектирования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обеспечило разделение ответственности между компонентами.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Организовано хранение данных в JSON-файле с использованием встроенного пространства имён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System.Text.Json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Реализованы асинхронные методы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сериализации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десериализации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гарантирует сохранность данных между запусками приложения.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Разработан консольный интерфейс с текстовым меню, поддерживающий все CRUD-операции: создание, чтение, обновление, удаление заявок, а также изменение статуса. Пользователь взаимодействует с приложением через простые команды (цифры от 1 до 6).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 ходе выполнения практики были приобретены практические навыки разработки на C#: работа с коллекциями, асинхронное программирование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await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чтение и запись файлов, применение паттернов проектирования, разделение кода на логические слои. Все поставленные задачи выполнены в полном объёме, приложение готово к демонстрации и сдаче.</a:t>
            </a:r>
          </a:p>
        </p:txBody>
      </p:sp>
    </p:spTree>
    <p:extLst>
      <p:ext uri="{BB962C8B-B14F-4D97-AF65-F5344CB8AC3E}">
        <p14:creationId xmlns:p14="http://schemas.microsoft.com/office/powerpoint/2010/main" val="2939517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16" y="1908423"/>
            <a:ext cx="9667228" cy="47525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Перечислите источники используемой литературы:</a:t>
            </a:r>
          </a:p>
          <a:p>
            <a:pPr marL="0" lvl="0" indent="0" algn="just">
              <a:buNone/>
            </a:pPr>
            <a:r>
              <a:rPr sz="1600" dirty="0"/>
              <a:t>1. Окулов, С. М. Программирование в алгоритмах / С. М. Окулов. — 7-е изд. — Москва : Лаборатория знаний, 2025. — 384 c. — ISBN 978-5-93208-521-9. — Текст : электронный // Цифровой образовательный ресурс IPR SMART : [сайт]. — URL: https://www.iprbookshop.ru/154849.html_x000B_2. Биллиг, В. А. Основы программирования на C# : учебное пособие / В. А. Биллиг. — 4-е изд. — Москва : Интернет-Университет Информационных Технологий (ИНТУИТ), Ай Пи Ар Медиа, 2025. — 573 c. — ISBN 978-5-4497-0893-9. — Текст : электронный // Цифровой образовательный ресурс IPR SMART : [сайт]. — URL: https://www.iprbookshop.ru/146368.html_x000B_3. Смоленцев, Н. К. MATLAB: программирование на Visual C#, Borland C#, JBuilder, VBA : учебный курс / Н. К. Смоленцев. — 3-е изд. — Саратов : Профобразование, 2024. — 456 c. — ISBN 978-5-4488-0066-5. — Текст : электронный // Цифровой образовательный ресурс IPR SMART : [сайт]. — URL: https://www.iprbookshop.ru/145894.html_x000B_4. Марченко, А. Л. Основы программирования на C# 2.0 : учебное пособие / А. Л. Марченко. — 4-е изд. — Москва : Интернет-Университет Информационных Технологий (ИНТУИТ), Ай Пи Ар Медиа, 2024. — 551 c. — ISBN 978-5-4497-3318-4. — Текст : электронный // Цифровой образовательный ресурс IPR SMART : [сайт]. — URL: https://www.iprbookshop.ru/142288.html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1724062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534988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подтверждения выполнения задания вам необходимо приложить к комплекту отчетных документов два файла:</a:t>
            </a:r>
          </a:p>
          <a:p>
            <a:pPr marL="534988" indent="0">
              <a:lnSpc>
                <a:spcPct val="100000"/>
              </a:lnSpc>
              <a:buNone/>
              <a:tabLst>
                <a:tab pos="534988" algn="l"/>
                <a:tab pos="715963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выполнении.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</a:p>
        </p:txBody>
      </p:sp>
    </p:spTree>
    <p:extLst>
      <p:ext uri="{BB962C8B-B14F-4D97-AF65-F5344CB8AC3E}">
        <p14:creationId xmlns:p14="http://schemas.microsoft.com/office/powerpoint/2010/main" val="2479836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5890</TotalTime>
  <Words>749</Words>
  <Application>Microsoft Office PowerPoint</Application>
  <PresentationFormat>Произвольный</PresentationFormat>
  <Paragraphs>57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Courier New</vt:lpstr>
      <vt:lpstr>Times New Roman</vt:lpstr>
      <vt:lpstr>Тема Office</vt:lpstr>
      <vt:lpstr>ОТЧЕТ  о прохождении учебной практики  по профессиональному модулю ПМ.01 Разработка модулей программного обеспечения для компьютерных систем  в период с «18» мая 2026 г. по «31» мая 2026 г.   Специальность 09.02.07 Информационные системы и программирование         </vt:lpstr>
      <vt:lpstr>Содержание</vt:lpstr>
      <vt:lpstr>Организационный этап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Выводы</vt:lpstr>
      <vt:lpstr>Список используемой литературы</vt:lpstr>
      <vt:lpstr>Приложения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Учетная запись Майкрософт</cp:lastModifiedBy>
  <cp:revision>328</cp:revision>
  <cp:lastPrinted>2019-08-06T13:15:09Z</cp:lastPrinted>
  <dcterms:created xsi:type="dcterms:W3CDTF">2020-03-27T22:15:06Z</dcterms:created>
  <dcterms:modified xsi:type="dcterms:W3CDTF">2026-05-27T19:55:44Z</dcterms:modified>
</cp:coreProperties>
</file>